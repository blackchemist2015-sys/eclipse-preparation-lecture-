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عن الكسوف والخسوف ضمن سلسلة #السماء_بيتي: كيف يحدث كسوف الشمس وأنواعه، ثم كسوف ٢٥ أكتوبر ٢٠٢٢ كما رُئي من القاهرة، ثم خسوف القمر واحمراره، وأخيرًا القمر العملاق.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الأول: كسوف الشمس. نبدأ من حركة القمر، ثم الظل، ثم لماذا لا يحدث كل شهر، ثم أنواعه الثلاثة.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نقطة البداية: ثلاثة أجرام تتحرك معًا. القمر يدور حول الأرض، والاثنان معًا يدوران حول الشمس. ولا يحدث الكسوف أو الخسوف إلا إذا اصطف الثلاثة على خط واحد.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الرسم يوضح مخروطي ظل القمر. الظل الكامل بقعة لا يتجاوز عرضها بضع مئات من الكيلومترات، ولهذا يرى أهل مدينة الكسوف كليًا بينما يراه جيرانهم جزئيًا.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خط العقد يشير نحو الشمس مرتين كل عام تقريبًا، وهما «موسما الكسوف». في كل موسم يمكن أن يقع كسوف وخسوف متتاليان بفارق أسبوعين.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الصورة من رسم متحرك (GIFs de Física) في العرض الأصلي. اشرح بيديك: طوقان مائلان أحدهما على الآخر قليلًا، لا يلتقيان إلا في نقطتين.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الرسمان متماثلان إلا في بعد القمر. في الكلي تظهر الهالة، وفي الحلقي لا تظهر لأن الحلقة المضيئة أسطع بكثير، وتبقى النظارة على العين طوال الحلقي.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 تاريخي من مصر: كسوف ٢٤ يناير ١٠٠٤م كان هجينًا، وغربت الشمس فيه على القاهرة مكسوفة ٩٧٪.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محاكاة من ناسا (A. T. Sinclair, sunearth.gsfc.nasa.gov/eclipse) لموقع ظل القمر على الأرض الساعة ١٥:٣٠ بالتوقيت العالمي يوم ٢١ أغسطس ٢٠١٧.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صورة ثابتة من رسم متحرك في العرض الأصلي لكسوف ١١ أغسطس ١٩٩٩. اطلب من الحضور تخيّل هذه البقعة فوق صعيد مصر يوم ٢ أغسطس ٢٠٢٧.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تسلسل كامل لكسوف ٢٩ مارس ٢٠٠٦ (تصوير Odd Høydalsvik). مرّ ظله الكلي بالسلوم في شمال غرب مصر، وهو آخر كسوف كلي رأته مصر قبل ٢٠٢٧.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تصوير المصوّر عصام جودة (Esam Goda Photography). تذكير: كل ما يراه أهل القاهرة والإسكندرية في ٢٠٢٧ جزئي مثل هذا.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تسلسل كسوف حلقي من العرض الأصلي. القمر هنا أصغر ظاهريًا من الشمس لأنه قرب الأوج.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خريطة مسارات الكسوفات لخمسين عامًا من العرض الأصلي. أشر إلى مسار ٢٠٢٧ وهو يعبر شمال أفريقيا ومصر.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الثاني: كسوف جزئي حديث رآه أهل مصر — مثال عملي على التنظيم والرصد الآمن.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خريطة الكسوف من ناسا (فريد إسبيناك). الكسوفات الجزئية من هذا النوع تحدث حين يمر ظل القمر الكامل فوق القطب أو خارج الأرض تمامًا.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محاكاة لشكل الشمس عند الذروة من القاهرة يوم ٢٥ أكتوبر ٢٠٢٢. الأوقات بتوقيت القاهرة (لم يكن التوقيت الصيفي مطبقًا يومها).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إعلان فعالية الرصد العام في قصر البارون بمصر الجديدة. نموذج لما يمكن تكراره على نطاق أوسع في ٢٠٢٧.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أسهل وسيلة آمنة لمشاهدة الكسوف الجزئي، وتصلح للمدارس والعائلات.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الثالث: خسوف القمر — ظاهرة يراها نصف الكرة الأرضية بالعين المجردة بأمان تام.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عكس الكسوف: هنا الأرض هي التي تحجب ضوء الشمس عن القمر. ظل الأرض كبير، فيدوم الخسوف ساعات وتدوم كليته حتى ساعة وأربعين دقيقة.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رسم لمراحل خسوف كلي والقمر يعبر ظل الأرض من الغرب إلى الشرق.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تسلسل صور خسوف كلي (١٩٩٢) من العرض الأصلي. لاحظ أن حافة ظل الأرض مستديرة دائمًا — دليل قديم على كروية الأرض.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ولهذا يختلف لون الخسوف من مرة إلى أخرى: إذا كان في الجو غبار بركاني كثير صار القمر داكنًا جدًا.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الصورة معاينة لمقطع مرئي في العرض الأصلي. ظلال أقمار المشتري تُرى بالتلسكوبات المتوسطة، وهي نشاط جميل لأمسيات الرصد.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الرسم يوضح خط الرؤية الظاهري والمسار الحقيقي للضوء. ولا تُرى هذه النجوم نهارًا إلا أثناء الكلية.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الرابع: القمر العملاق — والعلاقة المباشرة بينه وبين نوع الكسوف (كلي أم حلقي).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مدار القمر بيضاوي لا دائري. والتغير نفسه هو الذي يجعل كسوفًا كليًا وآخر حلقيًا.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أرقام متوسطة؛ تتغير قليلًا من شهر إلى آخر. في الحضيض قد يقترب القمر حتى نحو ٣٥٦٥٠٠ كم، وفي الأوج قد يبتعد حتى نحو ٤٠٦٧٠٠ كم.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 كسوف ٢ أغسطس ٢٠٢٧ القمر قريب من الحضيض — ولهذا تطول الكلية فوق مصر إلى أكثر من ست دقائق.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الأخير: مراجعة سريعة للمفاهيم بالعربية والإنجليزية — مناسبة للمدارس وللختام.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مراجعة: الكلمتان تُستعملان في اللغة للنيّرين، واشتهر: الكسوف للشمس والخسوف للقمر.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تعريف مختصر للخسوف مع رسم ظل الأرض.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المصطلحان نفسهما في الكسوف والخسوف: ظل القمر على الأرض، أو ظل الأرض على القمر.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تسلسل صور خسوف ٣ مارس ٢٠٠٧ الكلي، وقد رُئي من مصر.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استعملنا هنا صور المراحل الجزئية من الخسوف الكلي، لأن صورة هذه الشريحة في العرض الأصلي كانت لهلال يظهر عليه «ضوء الأرض» (Earthshine) لا لخسوف جزئي.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تسلسل كسوف ٢٠٠٦ الكلي. أقصى مدة ممكنة للكلية نحو سبع دقائق ونصف.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الكسوف الجزئي هو ما يراه معظم الناس في أي كسوف؛ الكلي لا يُرى إلا من شريط ضيق.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حلقة النار كما تُرى بمرشح شمسي. النظارة على العين طوال الكسوف الحلقي.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السبب نفسه الذي يمنع الكسوف كل شهر.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خلاصة: الكسوف والخسوف يأتيان في «مواسم» حين يشير خط العقد نحو الشمس. ولهذا كثيرًا ما يتبع الكسوفَ خسوفٌ بعد أسبوعين أو يسبقه.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2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3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شريحة 4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الكسوف الكلي للشمس ٢ أغسطس ٢٠٢٧ — نسخة مصوّرة</dc:title>
  <dc:subject>PptxGenJS Presentation</dc:subject>
  <dc:creator>PptxGenJS</dc:creator>
  <cp:lastModifiedBy>PptxGenJS</cp:lastModifiedBy>
  <cp:revision>1</cp:revision>
  <dcterms:created xsi:type="dcterms:W3CDTF">2026-10-25T07:01:11Z</dcterms:created>
  <dcterms:modified xsi:type="dcterms:W3CDTF">2026-10-25T07:01:11Z</dcterms:modified>
</cp:coreProperties>
</file>